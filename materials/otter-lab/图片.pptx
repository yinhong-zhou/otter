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58" r:id="rId5"/>
    <p:sldId id="256" r:id="rId6"/>
    <p:sldId id="25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77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63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655c1cb42995bca63f6ee1ef784897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70" y="0"/>
            <a:ext cx="12034520" cy="32746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20884" b="1445"/>
          <a:stretch>
            <a:fillRect/>
          </a:stretch>
        </p:blipFill>
        <p:spPr>
          <a:xfrm>
            <a:off x="2357120" y="3217545"/>
            <a:ext cx="6157595" cy="34912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" y="3351530"/>
            <a:ext cx="2216150" cy="33826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650" y="3351530"/>
            <a:ext cx="3175000" cy="32721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0" y="6242050"/>
            <a:ext cx="1240790" cy="5911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6350" y="6242050"/>
            <a:ext cx="1240790" cy="59118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45440"/>
            <a:ext cx="12192000" cy="61664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578c794583fc7e293af87d683d0577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95960" y="0"/>
            <a:ext cx="6858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315" y="3594735"/>
            <a:ext cx="3362325" cy="3263265"/>
          </a:xfrm>
          <a:prstGeom prst="roundRect">
            <a:avLst/>
          </a:prstGeom>
        </p:spPr>
      </p:pic>
      <p:pic>
        <p:nvPicPr>
          <p:cNvPr id="7" name="图片 6" descr="98426815a41e0fc1eb16e4ad67c7bd8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090" y="0"/>
            <a:ext cx="6858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e259d916934e19262b9b07cf60e2649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1595" y="0"/>
            <a:ext cx="6858000" cy="6858000"/>
          </a:xfrm>
          <a:prstGeom prst="rect">
            <a:avLst/>
          </a:prstGeom>
        </p:spPr>
      </p:pic>
      <p:pic>
        <p:nvPicPr>
          <p:cNvPr id="5" name="图片 4" descr="40915744c59d6aada982a923be4172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465" y="0"/>
            <a:ext cx="6858000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孔子聪</cp:lastModifiedBy>
  <cp:revision>161</cp:revision>
  <dcterms:created xsi:type="dcterms:W3CDTF">2019-06-19T02:08:00Z</dcterms:created>
  <dcterms:modified xsi:type="dcterms:W3CDTF">2026-05-16T18:28:09Z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75616D595FBC4E0FBCDF9A9B7A46526E_11</vt:lpwstr>
  </property>
</Properties>
</file>