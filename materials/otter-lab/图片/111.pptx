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1" autoAdjust="0"/>
    <p:restoredTop sz="94660"/>
  </p:normalViewPr>
  <p:slideViewPr>
    <p:cSldViewPr snapToGrid="0">
      <p:cViewPr>
        <p:scale>
          <a:sx n="300" d="100"/>
          <a:sy n="300" d="100"/>
        </p:scale>
        <p:origin x="-7578" y="-92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0A44DBD-8863-CEE7-F669-A9B6C3DC22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E1C8795-7263-61C7-8107-47BD3F8105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F405F0B-9327-88DF-302F-F74611476F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506E0-5FE3-42B3-AA6F-91B342EFC0F8}" type="datetimeFigureOut">
              <a:rPr lang="zh-CN" altLang="en-US" smtClean="0"/>
              <a:t>2026/5/16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00C1166-C882-886B-92BB-5E08A57BB2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91DA9DD-999C-7581-797A-7EE20A5C0F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8045AF-5646-466C-9F67-DC2B13493CF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57068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64CEA30-BB72-1287-F356-35C401827C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81D8670-18F8-9FD1-3389-3019951520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544A696-42C7-8B05-ED16-11B03A5115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506E0-5FE3-42B3-AA6F-91B342EFC0F8}" type="datetimeFigureOut">
              <a:rPr lang="zh-CN" altLang="en-US" smtClean="0"/>
              <a:t>2026/5/16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817BA66-C7DC-1387-3CE4-88537960C3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AC9C292-BE0E-4002-98C4-DDFEECD7A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8045AF-5646-466C-9F67-DC2B13493CF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84953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0F4B612-79A7-3C61-4828-F0C62A3186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0ED8811-9450-DACD-27DD-3AF7502823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F5F6BA1-C5EF-6FC7-3CE2-A6CE00508A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506E0-5FE3-42B3-AA6F-91B342EFC0F8}" type="datetimeFigureOut">
              <a:rPr lang="zh-CN" altLang="en-US" smtClean="0"/>
              <a:t>2026/5/16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7DA3549-6A52-3384-124B-AB5251B3D7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553C1C1-6D62-F8F2-1419-2743B1B0E2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8045AF-5646-466C-9F67-DC2B13493CF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24689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82FEF21-1AA3-7968-ADFA-6EE3984267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733C111-730D-0ED2-2FF2-3045A483B93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CE451AA-916B-DE6C-0011-24B12C53FC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663269D-E4CA-A5F1-87A4-AC3617F122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506E0-5FE3-42B3-AA6F-91B342EFC0F8}" type="datetimeFigureOut">
              <a:rPr lang="zh-CN" altLang="en-US" smtClean="0"/>
              <a:t>2026/5/16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4277434-53E8-E2C6-801A-8246BCAC00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324500B-FDFB-9857-2406-0E37E10FC8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8045AF-5646-466C-9F67-DC2B13493CF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41152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752447-D434-69C4-C94C-B46DA53EF1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45C37F6-5409-A425-3F79-2704EC56FA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765C460-39C8-2FF5-0077-48FDFCEEA0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5F262B1-0204-4956-7520-2B7CE247604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9F201A7-4E56-6F95-9FF1-A9AB985C977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8F25F1D-EE91-90AE-BE0E-6D82151221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506E0-5FE3-42B3-AA6F-91B342EFC0F8}" type="datetimeFigureOut">
              <a:rPr lang="zh-CN" altLang="en-US" smtClean="0"/>
              <a:t>2026/5/16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1B1958FC-660A-B58F-654E-38747BCBEA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59DC76AB-C1AE-697A-DDE8-54AA55C11D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8045AF-5646-466C-9F67-DC2B13493CF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365900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FB62900-6DB5-DBE1-7ECD-0E3175030E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BF2A684-367F-887E-740F-3E6F71E481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506E0-5FE3-42B3-AA6F-91B342EFC0F8}" type="datetimeFigureOut">
              <a:rPr lang="zh-CN" altLang="en-US" smtClean="0"/>
              <a:t>2026/5/16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EBD6E51-520E-5257-A47E-2C7041F08B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7170A1B-A5DF-9636-5B5E-6681FE8E86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8045AF-5646-466C-9F67-DC2B13493CF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07593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296ED492-BEBD-21B7-8508-CDF3BFD05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506E0-5FE3-42B3-AA6F-91B342EFC0F8}" type="datetimeFigureOut">
              <a:rPr lang="zh-CN" altLang="en-US" smtClean="0"/>
              <a:t>2026/5/16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3A69503-C898-D796-03FA-A96938E1F1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8AEF344-D4ED-6E70-4EF7-7612D2A1D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8045AF-5646-466C-9F67-DC2B13493CF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15998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3AEAF33-BC08-757E-CEC3-9B63D1F191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1AA8E2C-ECF3-5C6B-69AF-0CB15D7BD1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0E1D0FE-D488-3333-BEE5-41DC2A18A6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AB2E6EF-5868-8A8E-0723-1B4D92B6FD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506E0-5FE3-42B3-AA6F-91B342EFC0F8}" type="datetimeFigureOut">
              <a:rPr lang="zh-CN" altLang="en-US" smtClean="0"/>
              <a:t>2026/5/16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C310721-AB19-6C68-173E-4781462BBC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F2E6A10-35B4-D290-1E03-1CC8B4F318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8045AF-5646-466C-9F67-DC2B13493CF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895848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4AC5F5-EEA9-9CBA-35EA-09E697F2E1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0CE59889-0291-13FB-F050-82A721D5AD7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46FBFAA-14F1-DD12-FB39-2FC0708671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5331710-1548-372E-CA30-AAC5330B88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506E0-5FE3-42B3-AA6F-91B342EFC0F8}" type="datetimeFigureOut">
              <a:rPr lang="zh-CN" altLang="en-US" smtClean="0"/>
              <a:t>2026/5/16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D9AC998-50D6-8CAA-1BB5-F1838C9B31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E248E42-ECEA-A086-D16E-63F1FC37C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8045AF-5646-466C-9F67-DC2B13493CF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25667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E32DAF3-3654-2015-E563-CDA11A5444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6A35B83-9747-93C4-010A-A6DEE03EDF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E14B88D-06FE-9169-2878-20A74489FB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506E0-5FE3-42B3-AA6F-91B342EFC0F8}" type="datetimeFigureOut">
              <a:rPr lang="zh-CN" altLang="en-US" smtClean="0"/>
              <a:t>2026/5/16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77A30F8-BF58-A4CB-8153-C7EFA404EA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7BD69A4-F43F-113D-CF75-F66543AA50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8045AF-5646-466C-9F67-DC2B13493CF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91719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0ED6FBF7-389F-8EBF-154F-442603366C6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8FCF2EE-A226-1E1E-285B-17A00AB043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1F68B5A-5422-0FD0-3E7F-52D36EB0DE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506E0-5FE3-42B3-AA6F-91B342EFC0F8}" type="datetimeFigureOut">
              <a:rPr lang="zh-CN" altLang="en-US" smtClean="0"/>
              <a:t>2026/5/16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873752F-1DDC-887E-743C-68F85B83FA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09AF027-1C7A-6304-1099-96B3F9F71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8045AF-5646-466C-9F67-DC2B13493CF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976835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EEDA320B-E570-81E2-0CBD-EB787195F0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BAC46AE-41EF-7CCE-13CA-512B5DF24A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6B32857-84C5-1072-6AE9-4E14B06665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D506E0-5FE3-42B3-AA6F-91B342EFC0F8}" type="datetimeFigureOut">
              <a:rPr lang="zh-CN" altLang="en-US" smtClean="0"/>
              <a:t>2026/5/16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F9EF6FD-3961-B91A-C027-54DBDB336A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BE8FEF8-C0D9-7477-76A6-AA23501920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8045AF-5646-466C-9F67-DC2B13493CF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72813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>
            <a:extLst>
              <a:ext uri="{FF2B5EF4-FFF2-40B4-BE49-F238E27FC236}">
                <a16:creationId xmlns:a16="http://schemas.microsoft.com/office/drawing/2014/main" id="{B9E3A8D3-B01D-BF8C-B250-273AF4AC51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4746" y="0"/>
            <a:ext cx="2742508" cy="6858000"/>
          </a:xfrm>
          <a:prstGeom prst="rect">
            <a:avLst/>
          </a:prstGeom>
        </p:spPr>
      </p:pic>
      <p:pic>
        <p:nvPicPr>
          <p:cNvPr id="23" name="图片 22">
            <a:extLst>
              <a:ext uri="{FF2B5EF4-FFF2-40B4-BE49-F238E27FC236}">
                <a16:creationId xmlns:a16="http://schemas.microsoft.com/office/drawing/2014/main" id="{F58590D2-15D4-86DD-7214-FCF9577CD73E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b="70974"/>
          <a:stretch>
            <a:fillRect/>
          </a:stretch>
        </p:blipFill>
        <p:spPr>
          <a:xfrm>
            <a:off x="4724746" y="1"/>
            <a:ext cx="2742508" cy="1990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32973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0</Words>
  <Application>Microsoft Office PowerPoint</Application>
  <PresentationFormat>宽屏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lenovo</dc:creator>
  <cp:lastModifiedBy>lenovo</cp:lastModifiedBy>
  <cp:revision>1</cp:revision>
  <dcterms:created xsi:type="dcterms:W3CDTF">2026-05-16T12:30:07Z</dcterms:created>
  <dcterms:modified xsi:type="dcterms:W3CDTF">2026-05-16T13:04:23Z</dcterms:modified>
</cp:coreProperties>
</file>